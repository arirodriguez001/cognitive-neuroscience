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62393c50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62393c50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0c29ff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60c29ff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60c29ff3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60c29ff3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60c29ff3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60c29ff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60c29ff3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60c29ff3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60c29ff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60c29ff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60c29ff3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60c29ff3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60c29ff3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60c29ff3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60c29ff3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60c29ff3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60c29ff3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60c29ff3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60c29ff3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60c29ff3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60c29ff3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60c29ff3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0c29ff3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60c29ff3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60c29ff3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60c29ff3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60c29ff3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60c29ff3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60c29ff3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d60c29ff3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60c29ff3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60c29ff3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60c29ff3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60c29ff3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60c29ff3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60c29ff3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c29ff3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c29ff3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0c29ff3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60c29ff3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0c29ff3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60c29ff3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963100" y="-334975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0">
                <a:solidFill>
                  <a:srgbClr val="0B0BFF"/>
                </a:solidFill>
              </a:rPr>
              <a:t>T</a:t>
            </a:r>
            <a:endParaRPr sz="35000">
              <a:solidFill>
                <a:srgbClr val="0B0BF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5500" y="-182575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0">
              <a:solidFill>
                <a:srgbClr val="0B0B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2963100" y="-334975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0">
                <a:solidFill>
                  <a:srgbClr val="0B0BFF"/>
                </a:solidFill>
              </a:rPr>
              <a:t>T</a:t>
            </a:r>
            <a:endParaRPr sz="35000">
              <a:solidFill>
                <a:srgbClr val="0B0BFF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5500" y="-182575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0">
              <a:solidFill>
                <a:srgbClr val="0B0B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2963100" y="465900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0">
              <a:solidFill>
                <a:srgbClr val="0B0BFF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963100" y="-334975"/>
            <a:ext cx="3217800" cy="4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0">
                <a:solidFill>
                  <a:srgbClr val="0B0BFF"/>
                </a:solidFill>
              </a:rPr>
              <a:t>T</a:t>
            </a:r>
            <a:endParaRPr sz="35000">
              <a:solidFill>
                <a:srgbClr val="0B0B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ABCD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0BFF"/>
                </a:solidFill>
              </a:rPr>
              <a:t>A</a:t>
            </a:r>
            <a:r>
              <a:rPr lang="es"/>
              <a:t>BCDE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</a:t>
            </a:r>
            <a:r>
              <a:rPr lang="es"/>
              <a:t>CDEF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/>
              <a:t>DEFG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ABCD</a:t>
            </a:r>
            <a:r>
              <a:rPr lang="es"/>
              <a:t>EFGH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</a:t>
            </a:r>
            <a:r>
              <a:rPr lang="es"/>
              <a:t>FGHI</a:t>
            </a:r>
            <a:r>
              <a:rPr lang="es">
                <a:solidFill>
                  <a:schemeClr val="lt1"/>
                </a:solidFill>
              </a:rPr>
              <a:t>JKLMNOPQR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</a:t>
            </a:r>
            <a:r>
              <a:rPr lang="es"/>
              <a:t>GHI</a:t>
            </a:r>
            <a:r>
              <a:rPr lang="es"/>
              <a:t>J</a:t>
            </a:r>
            <a:r>
              <a:rPr lang="es">
                <a:solidFill>
                  <a:schemeClr val="lt1"/>
                </a:solidFill>
              </a:rPr>
              <a:t>KLMNOPQR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</a:t>
            </a:r>
            <a:r>
              <a:rPr lang="es"/>
              <a:t>HI</a:t>
            </a:r>
            <a:r>
              <a:rPr lang="es"/>
              <a:t>JK</a:t>
            </a:r>
            <a:r>
              <a:rPr lang="es">
                <a:solidFill>
                  <a:schemeClr val="lt1"/>
                </a:solidFill>
              </a:rPr>
              <a:t>LMNOPQR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</a:t>
            </a:r>
            <a:r>
              <a:rPr lang="es"/>
              <a:t>I</a:t>
            </a:r>
            <a:r>
              <a:rPr lang="es"/>
              <a:t>JKL</a:t>
            </a:r>
            <a:r>
              <a:rPr lang="es">
                <a:solidFill>
                  <a:schemeClr val="lt1"/>
                </a:solidFill>
              </a:rPr>
              <a:t>MNOPQR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</a:t>
            </a:r>
            <a:r>
              <a:rPr lang="es">
                <a:solidFill>
                  <a:schemeClr val="lt1"/>
                </a:solidFill>
              </a:rPr>
              <a:t>I</a:t>
            </a:r>
            <a:r>
              <a:rPr lang="es"/>
              <a:t>JKLM</a:t>
            </a:r>
            <a:r>
              <a:rPr lang="es">
                <a:solidFill>
                  <a:schemeClr val="lt1"/>
                </a:solidFill>
              </a:rPr>
              <a:t>NOPQR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</a:t>
            </a:r>
            <a:r>
              <a:rPr lang="es"/>
              <a:t>KLMN</a:t>
            </a:r>
            <a:r>
              <a:rPr lang="es">
                <a:solidFill>
                  <a:schemeClr val="lt1"/>
                </a:solidFill>
              </a:rPr>
              <a:t>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</a:t>
            </a:r>
            <a:r>
              <a:rPr lang="es"/>
              <a:t>LMNO</a:t>
            </a:r>
            <a:r>
              <a:rPr lang="es">
                <a:solidFill>
                  <a:schemeClr val="lt1"/>
                </a:solidFill>
              </a:rPr>
              <a:t>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</a:t>
            </a:r>
            <a:r>
              <a:rPr lang="es"/>
              <a:t>MNOP</a:t>
            </a:r>
            <a:r>
              <a:rPr lang="es">
                <a:solidFill>
                  <a:schemeClr val="lt1"/>
                </a:solidFill>
              </a:rPr>
              <a:t>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/>
              <a:t>NOPQ</a:t>
            </a:r>
            <a:r>
              <a:rPr lang="es">
                <a:solidFill>
                  <a:schemeClr val="lt1"/>
                </a:solidFill>
              </a:rPr>
              <a:t>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>
                <a:solidFill>
                  <a:srgbClr val="FFFFFF"/>
                </a:solidFill>
              </a:rPr>
              <a:t>N</a:t>
            </a:r>
            <a:r>
              <a:rPr lang="es"/>
              <a:t>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>
                <a:solidFill>
                  <a:srgbClr val="FFFFFF"/>
                </a:solidFill>
              </a:rPr>
              <a:t>N</a:t>
            </a:r>
            <a:r>
              <a:rPr lang="es">
                <a:solidFill>
                  <a:schemeClr val="lt1"/>
                </a:solidFill>
              </a:rPr>
              <a:t>O</a:t>
            </a:r>
            <a:r>
              <a:rPr lang="es"/>
              <a:t>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>
                <a:solidFill>
                  <a:srgbClr val="FFFFFF"/>
                </a:solidFill>
              </a:rPr>
              <a:t>N</a:t>
            </a:r>
            <a:r>
              <a:rPr lang="es">
                <a:solidFill>
                  <a:schemeClr val="lt1"/>
                </a:solidFill>
              </a:rPr>
              <a:t>OP</a:t>
            </a:r>
            <a:r>
              <a:rPr lang="es"/>
              <a:t>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>
                <a:solidFill>
                  <a:srgbClr val="FFFFFF"/>
                </a:solidFill>
              </a:rPr>
              <a:t>N</a:t>
            </a:r>
            <a:r>
              <a:rPr lang="es">
                <a:solidFill>
                  <a:schemeClr val="lt1"/>
                </a:solidFill>
              </a:rPr>
              <a:t>OPQ</a:t>
            </a:r>
            <a:r>
              <a:rPr lang="es"/>
              <a:t>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ABC</a:t>
            </a:r>
            <a:r>
              <a:rPr lang="es">
                <a:solidFill>
                  <a:schemeClr val="lt1"/>
                </a:solidFill>
                <a:highlight>
                  <a:schemeClr val="lt1"/>
                </a:highlight>
              </a:rPr>
              <a:t>D</a:t>
            </a:r>
            <a:r>
              <a:rPr lang="es">
                <a:solidFill>
                  <a:schemeClr val="lt1"/>
                </a:solidFill>
              </a:rPr>
              <a:t>EFGHIJKLM</a:t>
            </a:r>
            <a:r>
              <a:rPr lang="es">
                <a:solidFill>
                  <a:srgbClr val="FFFFFF"/>
                </a:solidFill>
              </a:rPr>
              <a:t>N</a:t>
            </a:r>
            <a:r>
              <a:rPr lang="es">
                <a:solidFill>
                  <a:schemeClr val="lt1"/>
                </a:solidFill>
              </a:rPr>
              <a:t>OPQR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